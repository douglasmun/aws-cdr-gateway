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s/slide1.xml" ContentType="application/vnd.openxmlformats-officedocument.presentationml.slide+xml"/>
</Types>
</file>

<file path=_rels/.rels><?xml version="1.0" encoding="UTF-8" standalone="yes"?><Relationships xmlns="http://schemas.openxmlformats.org/package/2006/relationships"></Relationships>
</file>

<file path=ppt/presentation.xml><?xml version="1.0" encoding="utf-8"?>
<p:presentation xmlns:p="http://schemas.openxmlformats.org/presentationml/2006/main">
  <p:sldMasterIdLst/>
  <p:sldIdLst>
    <p:sldId xmlns:r="http://schemas.openxmlformats.org/officeDocument/2006/relationships" id="256" r:id="rId1"/>
  </p:sldIdLst>
  <p:sldSz cx="9144000" cy="6858000"/>
</p:presentation>
</file>

<file path=ppt/_rels/presentation.xml.rels><?xml version="1.0" encoding="UTF-8" standalone="yes"?><Relationships xmlns="http://schemas.openxmlformats.org/package/2006/relationships"><Relationship Id="rId1" Type="http://schemas.openxmlformats.org/officeDocument/2006/relationships/slide" Target="slides/slide1.xml"/></Relationships>
</file>

<file path=ppt/slides/_rels/slide1.xml.rels><?xml version="1.0" encoding="UTF-8" standalone="yes"?><Relationships xmlns="http://schemas.openxmlformats.org/package/2006/relationships"><Relationship Id="rId1" Type="http://schemas.openxmlformats.org/officeDocument/2006/relationships/control" Target="../activeX/activeX1.bin"/></Relationships>
</file>

<file path=ppt/slides/slide1.xml><?xml version="1.0" encoding="utf-8"?>
<p:sld xmlns:p="http://schemas.openxmlformats.org/presentationml/2006/main">
  <p:cSld>
    <p:spTree>
      <p:sp>
        <p:nvSpPr>
          <p:cNvPr id="1" name="Title 1"/>
          <p:cNvSpPr/>
          <p:nvPr/>
        </p:nvSpPr>
        <p:spPr/>
        <p:txBody>
          <a:bodyPr xmlns:a="http://schemas.openxmlformats.org/drawingml/2006/main"/>
          <a:p xmlns:a="http://schemas.openxmlformats.org/drawingml/2006/main">
            <a:r>
              <a:t>CDR Test: ActiveX Slide</a:t>
            </a:r>
          </a:p>
        </p:txBody>
      </p:sp>
    </p:spTree>
  </p:cSld>
</p:sld>
</file>